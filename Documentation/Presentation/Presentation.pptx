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1" r:id="rId4"/>
    <p:sldId id="259" r:id="rId5"/>
    <p:sldId id="257" r:id="rId6"/>
    <p:sldId id="260" r:id="rId7"/>
    <p:sldId id="262" r:id="rId8"/>
    <p:sldId id="265" r:id="rId9"/>
    <p:sldId id="263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668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754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9092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558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2874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8836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948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363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755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82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5124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44147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5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4906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1487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4711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45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71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BF3FE-5686-B84B-010C-6A7E233141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Corporate </a:t>
            </a:r>
            <a:r>
              <a:rPr lang="en-US" dirty="0" err="1"/>
              <a:t>Crossire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E3AC4B-6CCA-A23F-ABB0-4A594F2B75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521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EB86B-43AE-072F-892C-319737653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FF2C1-D57B-B273-B88D-D837A4976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3D project done from scratch</a:t>
            </a:r>
          </a:p>
          <a:p>
            <a:r>
              <a:rPr lang="en-US" dirty="0"/>
              <a:t>Includes full </a:t>
            </a:r>
            <a:r>
              <a:rPr lang="en-US" dirty="0" err="1"/>
              <a:t>pipleline</a:t>
            </a:r>
            <a:r>
              <a:rPr lang="en-US" dirty="0"/>
              <a:t> (modelling, texturing and render)</a:t>
            </a:r>
          </a:p>
          <a:p>
            <a:r>
              <a:rPr lang="en-US" dirty="0"/>
              <a:t>Based on games like CS-Go, Call of Duty and </a:t>
            </a:r>
            <a:r>
              <a:rPr lang="en-US" dirty="0" err="1"/>
              <a:t>Valorant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420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5CAE1-8D42-E71A-4043-34E82F436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32D00-9747-25AC-1A9F-20AB66645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create game ready environment</a:t>
            </a:r>
          </a:p>
          <a:p>
            <a:r>
              <a:rPr lang="en-US" dirty="0"/>
              <a:t>Showcase of 3d skill</a:t>
            </a:r>
          </a:p>
        </p:txBody>
      </p:sp>
    </p:spTree>
    <p:extLst>
      <p:ext uri="{BB962C8B-B14F-4D97-AF65-F5344CB8AC3E}">
        <p14:creationId xmlns:p14="http://schemas.microsoft.com/office/powerpoint/2010/main" val="1024817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D66F9-6BFA-C8F9-A8EA-7DF3B16AF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F2376-C2C0-B96C-14E7-3F69670A0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26815"/>
            <a:ext cx="9601196" cy="3349053"/>
          </a:xfrm>
        </p:spPr>
        <p:txBody>
          <a:bodyPr/>
          <a:lstStyle/>
          <a:p>
            <a:r>
              <a:rPr lang="en-US" dirty="0"/>
              <a:t>Environment based on office and corporate settings</a:t>
            </a:r>
          </a:p>
          <a:p>
            <a:r>
              <a:rPr lang="en-US" dirty="0"/>
              <a:t>Research and work on PBR workflow (normal map)</a:t>
            </a:r>
          </a:p>
          <a:p>
            <a:r>
              <a:rPr lang="en-US" dirty="0"/>
              <a:t>Work on Optimization of 3d models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39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EFE06-385C-BCF9-8D23-5E9875E18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Moodboard</a:t>
            </a:r>
            <a:r>
              <a:rPr lang="en-US" dirty="0"/>
              <a:t> </a:t>
            </a:r>
          </a:p>
        </p:txBody>
      </p:sp>
      <p:pic>
        <p:nvPicPr>
          <p:cNvPr id="4" name="Content Placeholder 3" descr="Generated image">
            <a:extLst>
              <a:ext uri="{FF2B5EF4-FFF2-40B4-BE49-F238E27FC236}">
                <a16:creationId xmlns:a16="http://schemas.microsoft.com/office/drawing/2014/main" id="{71403859-FF71-2127-E020-89511B046F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2577" y="2557994"/>
            <a:ext cx="2425836" cy="2425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collage of different images of a city&#10;&#10;Description automatically generated">
            <a:extLst>
              <a:ext uri="{FF2B5EF4-FFF2-40B4-BE49-F238E27FC236}">
                <a16:creationId xmlns:a16="http://schemas.microsoft.com/office/drawing/2014/main" id="{0040794E-5663-9B88-1290-D133EAD995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3761" y="2383217"/>
            <a:ext cx="4529912" cy="32358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4705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5D48F-4DE6-5B58-6C79-77AC3B57A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Gantt 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8C99CF-8145-8182-EA9E-555EDAFB25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6143" y="2557463"/>
            <a:ext cx="6099714" cy="3317875"/>
          </a:xfrm>
        </p:spPr>
      </p:pic>
    </p:spTree>
    <p:extLst>
      <p:ext uri="{BB962C8B-B14F-4D97-AF65-F5344CB8AC3E}">
        <p14:creationId xmlns:p14="http://schemas.microsoft.com/office/powerpoint/2010/main" val="1028130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5B810-03FB-B8F1-8C86-AFEB8E123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Process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9707A16-914A-92B1-FA49-284123A1D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Entire of the modelling process was carried out in maya</a:t>
            </a:r>
          </a:p>
          <a:p>
            <a:r>
              <a:rPr lang="en-US" dirty="0" err="1"/>
              <a:t>Uv</a:t>
            </a:r>
            <a:r>
              <a:rPr lang="en-US" dirty="0"/>
              <a:t> unwrapping was also done in maya</a:t>
            </a:r>
          </a:p>
        </p:txBody>
      </p:sp>
    </p:spTree>
    <p:extLst>
      <p:ext uri="{BB962C8B-B14F-4D97-AF65-F5344CB8AC3E}">
        <p14:creationId xmlns:p14="http://schemas.microsoft.com/office/powerpoint/2010/main" val="4232534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EB74B-3E0A-07FC-D726-587E4A24D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Props used in Environment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5B3290B-FE58-E1EA-623A-FA8905DFF7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60336" y="760835"/>
            <a:ext cx="1452023" cy="183383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45D5BC-EDCA-0842-20CD-FF4659C82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B50D8F-8547-3B94-CC33-B90807D0A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0983" y="788327"/>
            <a:ext cx="1896331" cy="19718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3D3319-CF6C-D04A-939F-895D91F79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123" y="3044133"/>
            <a:ext cx="2047860" cy="243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501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8BAF5-A08B-EFF5-1865-C4773993E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Texturing Process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AA10BD1-9617-4E2C-2C89-E3737FE8A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6143" y="2675594"/>
            <a:ext cx="9601196" cy="3318936"/>
          </a:xfrm>
        </p:spPr>
        <p:txBody>
          <a:bodyPr/>
          <a:lstStyle/>
          <a:p>
            <a:r>
              <a:rPr lang="en-US" dirty="0" err="1"/>
              <a:t>Uv</a:t>
            </a:r>
            <a:r>
              <a:rPr lang="en-US" dirty="0"/>
              <a:t> was done in Maya</a:t>
            </a:r>
          </a:p>
          <a:p>
            <a:r>
              <a:rPr lang="en-US" dirty="0"/>
              <a:t>PBR workflow was followed (Normal Map, Roughness Map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Texturing was carried out in Substance Painter</a:t>
            </a:r>
          </a:p>
        </p:txBody>
      </p:sp>
    </p:spTree>
    <p:extLst>
      <p:ext uri="{BB962C8B-B14F-4D97-AF65-F5344CB8AC3E}">
        <p14:creationId xmlns:p14="http://schemas.microsoft.com/office/powerpoint/2010/main" val="490769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6BC1E-A360-5DCB-AE19-DAE33279F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UV unwrapping of props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2482E3D-A1E1-FA7C-9B23-733EC5DA32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68176" y="1090689"/>
            <a:ext cx="3957371" cy="176288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4911E-D93B-DF3B-B405-4D205AA90EB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6227F9-A1A0-3F72-BFDE-E82914F76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590" y="3188473"/>
            <a:ext cx="3521382" cy="243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156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802A9-F79E-359C-2038-E4F52D575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Texturing of Props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B5ECCBA-0386-380A-B710-3A350E92DD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95734" y="882080"/>
            <a:ext cx="4371842" cy="214898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F9093C-6F5F-C713-1C68-201487C9B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7077B5-E0F8-C3F3-3C15-72D57016A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945" y="3257145"/>
            <a:ext cx="4677419" cy="232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307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347A3-0E0D-0885-E8A9-686EAC54B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Lighting and Rendering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8070E-33C2-3B6A-47A5-806A07B1D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Lighting was done in maya</a:t>
            </a:r>
          </a:p>
          <a:p>
            <a:r>
              <a:rPr lang="en-US" dirty="0"/>
              <a:t>Only one kind of light was used </a:t>
            </a:r>
            <a:r>
              <a:rPr lang="en-US" dirty="0" err="1"/>
              <a:t>i.e</a:t>
            </a:r>
            <a:r>
              <a:rPr lang="en-US" dirty="0"/>
              <a:t> area light</a:t>
            </a:r>
          </a:p>
          <a:p>
            <a:r>
              <a:rPr lang="en-US" dirty="0"/>
              <a:t>Rendering was also done in Maya </a:t>
            </a:r>
          </a:p>
          <a:p>
            <a:r>
              <a:rPr lang="en-US" dirty="0"/>
              <a:t>Arnold Render Plugin was used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D113EC-83FB-D3C9-CBDD-007D24091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485" y="2480363"/>
            <a:ext cx="3010320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428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AA965-BA19-0F50-8E65-10650D46F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Output</a:t>
            </a:r>
          </a:p>
        </p:txBody>
      </p:sp>
      <p:pic>
        <p:nvPicPr>
          <p:cNvPr id="5" name="Content Placeholder 4" descr="A person standing in a room with a light shining on the ceiling&#10;&#10;Description automatically generated">
            <a:extLst>
              <a:ext uri="{FF2B5EF4-FFF2-40B4-BE49-F238E27FC236}">
                <a16:creationId xmlns:a16="http://schemas.microsoft.com/office/drawing/2014/main" id="{4BF4092D-88A5-7D93-0C7A-412984933B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397" y="2557993"/>
            <a:ext cx="3317875" cy="331787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50EA02-F83B-BC8D-7098-7AFDE100B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0260" y="2645477"/>
            <a:ext cx="5268333" cy="297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181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9F63D-F2A1-7EE3-0633-98AB48290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 Gained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E7875-30D9-0B23-5FFA-6318AB8D4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Learned full 3d pipeline</a:t>
            </a:r>
          </a:p>
          <a:p>
            <a:r>
              <a:rPr lang="en-US" dirty="0"/>
              <a:t>Better understanding of Texturing</a:t>
            </a:r>
          </a:p>
          <a:p>
            <a:r>
              <a:rPr lang="en-US" dirty="0"/>
              <a:t>Improved planning of project and Time Management</a:t>
            </a:r>
          </a:p>
        </p:txBody>
      </p:sp>
    </p:spTree>
    <p:extLst>
      <p:ext uri="{BB962C8B-B14F-4D97-AF65-F5344CB8AC3E}">
        <p14:creationId xmlns:p14="http://schemas.microsoft.com/office/powerpoint/2010/main" val="515292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FA1E0-CCA8-08CD-5D37-27A165E81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32FC4-BCFE-5C3C-E7B4-EFF4403C2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handled all of the Project by Myself</a:t>
            </a:r>
          </a:p>
          <a:p>
            <a:r>
              <a:rPr lang="en-US" dirty="0"/>
              <a:t>Got better at </a:t>
            </a:r>
            <a:r>
              <a:rPr lang="en-US"/>
              <a:t>problem solving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1947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78</TotalTime>
  <Words>189</Words>
  <Application>Microsoft Office PowerPoint</Application>
  <PresentationFormat>Widescreen</PresentationFormat>
  <Paragraphs>38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Garamond</vt:lpstr>
      <vt:lpstr>Organic</vt:lpstr>
      <vt:lpstr>Corporate Crossire</vt:lpstr>
      <vt:lpstr>Project Overview</vt:lpstr>
      <vt:lpstr>Project Goal</vt:lpstr>
      <vt:lpstr>Research Area</vt:lpstr>
      <vt:lpstr>Moodboard </vt:lpstr>
      <vt:lpstr>Gantt chart</vt:lpstr>
      <vt:lpstr>Modelling Process</vt:lpstr>
      <vt:lpstr>Props used in Environment</vt:lpstr>
      <vt:lpstr>Texturing Process</vt:lpstr>
      <vt:lpstr>UV unwrapping of props</vt:lpstr>
      <vt:lpstr>Texturing of Props</vt:lpstr>
      <vt:lpstr>Lighting and Rendering</vt:lpstr>
      <vt:lpstr>Final Output</vt:lpstr>
      <vt:lpstr>Skill Gained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Anupam Sigdel</dc:creator>
  <cp:lastModifiedBy>Anupam Sigdel</cp:lastModifiedBy>
  <cp:revision>30</cp:revision>
  <dcterms:created xsi:type="dcterms:W3CDTF">2025-05-07T03:22:10Z</dcterms:created>
  <dcterms:modified xsi:type="dcterms:W3CDTF">2025-05-07T04:40:59Z</dcterms:modified>
</cp:coreProperties>
</file>